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BRIEFING · 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Dynamics 365 F&amp;O Analytics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Synapse Link EntityUtil scripts, and how they map to a Databricks lakehouse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457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architects, engineers, analytics leads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05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microsoft/Dynamics-365-FastTrack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3524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medallion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briefing answers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EntityUtil and AdditionalScripts, really?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purpose, and whether they belong in your architecture at all.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1168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they run, and where do they NOT run?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machine, D365 sandbox, target SQL database — and importantly, not in Databricks.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01168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this map to our Raw / Silver / Gold / OBT lakehouse?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4937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contains, which script logic maps where, and where the common traps are.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essential facts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68580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run in Databricks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4231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2743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 from BYOD to Synapse Link. They recreate BYOD-style entity views on top of raw Synapse Link tables.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370332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8404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on a local Windows machine, connecting outbound to a D365 sandbox and a Synapse / Fabric / Azure SQL target.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5120640"/>
            <a:ext cx="7040880" cy="1280160"/>
          </a:xfrm>
          <a:prstGeom prst="rect">
            <a:avLst/>
          </a:prstGeom>
          <a:solidFill>
            <a:srgbClr val="142B4D"/>
          </a:solidFill>
          <a:ln w="12700">
            <a:solidFill>
              <a:srgbClr val="142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52578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 TO 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55778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scripts to run — as a blueprint. The join logic they encode is exactly what your Silver and Gold layers need to reproduce in Spark.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scripts exist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gave flat entities. Synapse Link gives raw tables. The scripts bridge the gap.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(LEGACY)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Pre-joined entity views on a schedule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batch export from F&amp;O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1330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1330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pre-joined data entities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51713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51713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CustCustomerV3Entity = 10+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90118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901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consumed the flat entity directly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2852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2852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deprecated: locks source, doesn't scale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37744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LINK (CURRENT)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tables, near-real-time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Change-tracked replication to ADLS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1330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1330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base tables, not entities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51713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517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responsible for reconstruction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90118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901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tables land as fragments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52852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52852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stay as integers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file inventory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directories, ten files, one purpose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9144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2377440"/>
            <a:ext cx="310896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13716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377440"/>
            <a:ext cx="54864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inheritance parent → child mapping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218688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18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218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18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2186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entity DDL from sandbox → dependencies.json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602736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02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602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6027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connection &amp; entity 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3986784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867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986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ReplaceViewSyntax.json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86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9867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syntax find-and-replace rules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4370832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70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370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ReplaceFabricViewSyntax.json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70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43708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case-sensitivity fixes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754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37360" y="4754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tableinheritance.json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754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47548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mapping fed to Step 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5138928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1389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737360" y="5138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5138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51389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Reassembles inherited tables as views (Fabric/Serverless)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" y="5522976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5229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737360" y="55229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55229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17920" y="55229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entity views in target from dependencies.json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" y="5907024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90702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737360" y="59070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DeleteViewsFromSynapse.ps1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5907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17920" y="59070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drops views from target or source DB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62910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737360" y="62910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RunEntityUtil.ps1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46320" y="6291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62910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entry point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scripts run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a local Windows machine; it connects outbound to two databases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24688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MACHINE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+ PowerShell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Azure CLI + SSMS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D365 SANDBOX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AxDB via LCS JIT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Step 0 (get_derivetables.sql) and Step 1 (GenerateEntityDependency)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42062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SQL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Synapse / Fabric / Azure SQL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Steps 2, 3, 5 via Azure AD 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114800"/>
            <a:ext cx="2286000" cy="-18288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3931920"/>
            <a:ext cx="2286000" cy="27432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468880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49377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983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dependencies.json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5321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— written by Step 1, read by Step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749040"/>
            <a:ext cx="0" cy="11887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order (corrected)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numbering is misleading — Step 5 must run before Step 2 on Fabric or Serverless replica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inherited-table hierarchy in D365 sandbox.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3552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456432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292608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45152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9312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9312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resolve entity dependencies → dependencies.json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44184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227064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29260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415784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15784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9944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9944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Reassemble parent + child tables into unified views.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14816" y="3840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997696" y="265176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26296" y="29260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186416" y="29718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VIEWS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86416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0576" y="39319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80576" y="4480560"/>
            <a:ext cx="2313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entity views from dependencies.json — the payoff.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623560"/>
            <a:ext cx="10881360" cy="0"/>
          </a:xfrm>
          <a:prstGeom prst="line">
            <a:avLst/>
          </a:prstGeom>
          <a:noFill/>
          <a:ln w="6350">
            <a:solidFill>
              <a:srgbClr val="D8DDE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8580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utilities (only when re-running)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drops views in target · Step 4 — drops views in source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step: source, output, consumer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6400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94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2194560"/>
            <a:ext cx="27432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69080" y="2194560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78808" y="2194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from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194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23960" y="2194560"/>
            <a:ext cx="27432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33688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606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2606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get_derivetables.sql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60604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sandbox metadata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260604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query grid (screen only)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2606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606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manually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990088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90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2990088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2990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GenerateEntityDependency.ps1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69080" y="2990088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78808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sandbox (via JIT)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990088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(local file)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23960" y="2990088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3688" y="2990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3374136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3374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608" y="33741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 + JSON files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69080" y="337413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78808" y="33741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337413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3741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23960" y="3374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3688" y="33741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3758184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7581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25880" y="3758184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5608" y="3758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GenerateInheritedTables.ps1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069080" y="3758184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78808" y="37581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tableinheritance.json + target DB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46520" y="3758184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37581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 target DB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23960" y="3758184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33688" y="3758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entity views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" y="4142232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4142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325880" y="414223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35608" y="4142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EntityUtil.ps1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69080" y="414223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78808" y="41422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+ replace rules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46520" y="414223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56248" y="41422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 target DB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23960" y="414223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33688" y="4142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ADF, SQL clients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" y="4526280"/>
            <a:ext cx="64008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" y="4526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325880" y="4526280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35608" y="4526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 (tgt)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069080" y="4526280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78808" y="4526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DB catalog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46520" y="4526280"/>
            <a:ext cx="23774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56248" y="4526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statements to target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23960" y="4526280"/>
            <a:ext cx="274320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33688" y="4526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cleanup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85800" y="4910328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5528" y="4910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325880" y="491032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35608" y="4910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DeleteViewsFromSynapse (src)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069080" y="4910328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8808" y="4910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serverless DB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46520" y="4910328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56248" y="4910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statements to source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823960" y="491032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33688" y="4910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cleanup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85800" y="53949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868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dependencies.json is the pivot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6868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by Step 1. Every downstream step reads from it — the sandbox is not touched again.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217920" y="53949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0080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order ≠ execution order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Fabric or Serverless replica, Step 5 must run before Step 2 or entity views will fail.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mapping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Silver → Gold → OBT → Insights, with EntityUtil analogues mapped 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7315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Synapse Link exports — untouched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62072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80944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18104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18104" y="3383280"/>
            <a:ext cx="73152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D365 table made whole and clean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18104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18104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6088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13248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3383280"/>
            <a:ext cx="73152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dimensions and facts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13248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71232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CE7F3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1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08392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08392" y="3383280"/>
            <a:ext cx="731520" cy="0"/>
          </a:xfrm>
          <a:prstGeom prst="line">
            <a:avLst/>
          </a:prstGeom>
          <a:noFill/>
          <a:ln w="12700">
            <a:solidFill>
              <a:srgbClr val="9D17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08392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Denormalised wide tables per domain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08392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08392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1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47504" y="39319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66376" y="246888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2F5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03536" y="26517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003536" y="30175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ML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03536" y="3383280"/>
            <a:ext cx="73152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03536" y="3520440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ML, alerts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03536" y="493776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EntityUtil analogue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03536" y="52120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and Gold do different jobs. Silver reassembles single tables. Gold joins many tables into business shapes. Keep them separate.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mapping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layer — what to land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every child table from get_derivetables.sql — do NOT filter deletes or infrastructure columns 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/ ADDRESS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dirpartytable, companyinfo, dirperson, dirorganization, logisticspostaladdress, logisticslocation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774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VENDOR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6334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custtable, custgroup, vendtable, vendgroup, custsettlement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63931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ecoresproduct, ecoresdistinctproduct, ecoresproductmaster, inventtable, unitofmeasure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363931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salestable, salesline, custinvoicejour, custinvoicetrans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89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64515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purchtable, purchline, vendinvoicejour, vendinvoicetrans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97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389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GL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64515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generaljournalentry, mainaccount, dimensionattributevaluecombination, ledger, custtrans, vendtrans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035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6509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inventtrans, inventdim, inventsum, inventlocation, inventbatch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53035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394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/ ENUM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56509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srsanalysisenums, globaloptionsetmetadata, currency, exchrates, hcmworker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— seven transformations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work. Everything else in your lakehouse depends on getting these seven 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soft deletes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IsDelete =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Deduplicate on recid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max(versionnumber) per recid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 inherited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parent + children ON recid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377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560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696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enum labels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srsanalysisenums for _label cols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column names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 → level; drop Sink* columns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9768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data types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0332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Timestamp / Decimal / Integer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42519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financial dimensions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5212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Dim* hierarchy → named columns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confusion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is NOT an entity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an inherited table ≠ recreating an entity. They are different jobs.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142B4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INHERITED-TABLE JOIN → belongs in Silver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silver_dirpartytable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 table to its OWN inheritance children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share the same recid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reassemble one D365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20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dirpartytable + companyinfo + dirperson + dirorganization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5669280"/>
            <a:ext cx="4846320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60120" y="5760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EntityUtil Step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42B4D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51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ENTITY-STYLE JOIN → belongs in Gold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entirely DIFFERENT 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06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recids, different domains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663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build a business dimension or fact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5120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5120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custtable + silver_dirpartytable + custgroup + address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5669280"/>
            <a:ext cx="466344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583680" y="5760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EntityUtil Step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3A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dimensions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dimensions with surrogate keys. Each joins several Silver tables into one concept.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custtable + dirpartytable + custgroup + address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dim_vendor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vendtable + dirpartytable + vendgroup +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ecoresproduct + inventtable + category + UoM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72600" y="292608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3063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calendar + fiscalcalendar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dim_legal_entity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dirpartytable filtered to CompanyInfo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dim_warehouse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0332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inventlocation + inventsite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dim_account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mainaccount + exploded fin. dimensions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89720" y="4206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dim_worker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372600" y="4800600"/>
            <a:ext cx="54864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4937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hcmworker + dirpartytable → DirPerson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facts and OBTs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— grain: one transaction 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fact_sales_order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qty_ordered, line_amount, net_amount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fact_sales_invoice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6700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invoiced_qty, invoice_amount, tax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54096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540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fact_purchase_order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30540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qty_received, line_amount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438144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fact_general_ledger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3438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acct_curr_amount, rpt_curr_amount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22192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221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fact_customer_transactions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822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amount_mst, settlement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fact_vendor_transactions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amount_mst, amount_cur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590288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90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fact_inventory_transactions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590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cost_amount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974336"/>
            <a:ext cx="5486400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74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fact_inventory_onhand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9743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physical_qty, available_physical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OBTs — wide, denormalised, per domain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286000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obt_sales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578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sales_order + sales_invoice + customer + product + date + warehouse + entity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2916936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962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obt_procurement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2095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purchase_order + vendor + product + date + warehouse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547872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93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obt_finance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general_ledger + account + date + legal_entity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4178808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224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obt_ar_aging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4471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customer_transactions + customer + date + aging buckets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4809744"/>
            <a:ext cx="5166360" cy="585216"/>
          </a:xfrm>
          <a:prstGeom prst="roundRect">
            <a:avLst>
              <a:gd name="adj" fmla="val 7813"/>
            </a:avLst>
          </a:prstGeom>
          <a:solidFill>
            <a:srgbClr val="FCE7F3"/>
          </a:solidFill>
          <a:ln w="6350">
            <a:solidFill>
              <a:srgbClr val="9D17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obt_inventory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5102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inventory_onhand + transactions + product + warehouse + date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vs Silver — a concrete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DirPartyTable inheritance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across 4 tables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42900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dirpartytable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7033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name: Contoso Ltd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402336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069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companyinfo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297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dataarea: USMF · vatnum: 12-3456789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461772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6634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dirperson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8920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firstname: NULL (not a person)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52120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257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dirorganization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54864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recid: 22565 · orgnumber: ORG-0042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852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recid, but data scattered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3774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row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22565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758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3758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Contoso Ltd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dataarea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USMF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16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vatnum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416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12-3456789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745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orgnumber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745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ORG-0042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852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LEFT JOIN on recid — same logic as Step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 to 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traps and why they fail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5973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9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Recreating BYOD entities as Silver tables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23774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join logic. Party attributes end up in three Silver tables at once — change once, break twice.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2841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28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the .ps1 scripts as a Databricks job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2461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target Synapse or Fabric SQL. They don't write Delta. They don't run on Spark. Wrong tool for the job.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023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9709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97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get_derivetables.sql at the start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1148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tables silently missing from Synapse Link. Every downstream layer will have gaps you cannot see.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06577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65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83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IsDelete in Raw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4983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the audit trail. A discovered business-rule error cannot be reprocessed from history.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760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93445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34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852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Power BI directly to Silver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58521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authors reproduce entity joins in DAX. Push those joins into Gold or OBT once, not into every report forever.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phases from discovery to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get_derivetables.sql. Document inheritance.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run Step 1 for entity join blueprint.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23774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3544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base + child tables to Synapse Link.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73736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→ Delta. No transformation.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per domain. Apply the 7 transforms.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3749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86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354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Dims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keys, SCD2 where relevant.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73736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Facts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3736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lookups, measures, currency conversion.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548640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Materialise wide tables with Z-ORDER.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83880" y="5120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2354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35440" y="5669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ML pipelines, operational alerts.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641908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remember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scripts are Synapse Link tooling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exist to bridge BYOD → Synapse Link. None of them run in a lakehouse.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611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real value to us is as a blueprint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get_derivetables.sql tells you which tables to add to Synapse Link. dependencies.json tells you which entity joins to reproduce in Spark.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≠ Entity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makes each D365 table whole again. Gold joins many Silver tables into business shapes. Confusing them creates duplicated join logic.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532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5532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 is where Power BI plugs 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897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Silver, not Gold. Pre-join at load time; keep reports thin.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6446520"/>
            <a:ext cx="457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briefing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D365 F&amp;O Analytics — Executive Overview</dc:title>
  <dc:subject>PptxGenJS Presentation</dc:subject>
  <dc:creator>Data Architecture Team</dc:creator>
  <cp:lastModifiedBy>Data Architecture Team</cp:lastModifiedBy>
  <cp:revision>1</cp:revision>
  <dcterms:created xsi:type="dcterms:W3CDTF">2026-07-13T21:20:41Z</dcterms:created>
  <dcterms:modified xsi:type="dcterms:W3CDTF">2026-07-13T21:20:41Z</dcterms:modified>
</cp:coreProperties>
</file>